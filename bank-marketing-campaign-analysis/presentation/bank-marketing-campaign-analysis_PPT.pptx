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ED02FE1-B41D-57D5-F116-860D5C796C18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5835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4" progId="TCLayout.ActiveDocument.1">
                  <p:embed/>
                </p:oleObj>
              </mc:Choice>
              <mc:Fallback>
                <p:oleObj name="think-cell Slide" r:id="rId1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Marketing Campaign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Understanding Customer Subscription to Term Deposits</a:t>
            </a:r>
          </a:p>
          <a:p>
            <a:endParaRPr/>
          </a:p>
          <a:p>
            <a:r>
              <a:t>Prepared from Portuguese Banking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Study customer and campaign data from a Portuguese bank.</a:t>
            </a:r>
          </a:p>
          <a:p>
            <a:pPr>
              <a:defRPr sz="2200"/>
            </a:pPr>
            <a:r>
              <a:t>Identify factors that influence whether a client subscribes to a term deposit.</a:t>
            </a:r>
          </a:p>
          <a:p>
            <a:pPr>
              <a:defRPr sz="2200"/>
            </a:pPr>
            <a:r>
              <a:t>Derive business insights to improve targeting and campaign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Total records: 45,216</a:t>
            </a:r>
          </a:p>
          <a:p>
            <a:pPr>
              <a:defRPr sz="2200"/>
            </a:pPr>
            <a:r>
              <a:t>Total features: 19</a:t>
            </a:r>
          </a:p>
          <a:p>
            <a:pPr>
              <a:defRPr sz="2200"/>
            </a:pPr>
            <a:r>
              <a:t>Target variable: y (yes = subscribed, no = not subscribed)</a:t>
            </a:r>
          </a:p>
          <a:p>
            <a:pPr>
              <a:defRPr sz="2200"/>
            </a:pPr>
            <a:r>
              <a:t>Only 11.7% subscribed; 88.3% did not subscribe.</a:t>
            </a:r>
          </a:p>
          <a:p>
            <a:pPr>
              <a:defRPr sz="2200"/>
            </a:pPr>
            <a:r>
              <a:t>Dropped redundant column: day_month and duplicate marital_status.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Most customers are aged 30–50 years.</a:t>
            </a:r>
          </a:p>
          <a:p>
            <a:pPr>
              <a:defRPr sz="2200"/>
            </a:pPr>
            <a:r>
              <a:t>Majority are married and have secondary education.</a:t>
            </a:r>
          </a:p>
          <a:p>
            <a:pPr>
              <a:defRPr sz="2200"/>
            </a:pPr>
            <a:r>
              <a:t>Common occupations include blue-collar, management, and technician roles.</a:t>
            </a:r>
          </a:p>
          <a:p>
            <a:pPr>
              <a:defRPr sz="2200"/>
            </a:pPr>
            <a:r>
              <a:t>Most customers do not have credit default.</a:t>
            </a:r>
          </a:p>
          <a:p>
            <a:pPr>
              <a:defRPr sz="2200"/>
            </a:pPr>
            <a:r>
              <a:t>More than half of the customers have a housing loan.</a:t>
            </a:r>
          </a:p>
          <a:p>
            <a:pPr>
              <a:defRPr sz="2200"/>
            </a:pPr>
            <a:r>
              <a:t>Most campaign contacts were made through cellular.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Factors Related to Subscription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Higher subscription was observed among students, retired customers, and single clients.</a:t>
            </a:r>
          </a:p>
          <a:p>
            <a:pPr>
              <a:defRPr sz="2200"/>
            </a:pPr>
            <a:r>
              <a:t>Tertiary educated customers converted better than others.</a:t>
            </a:r>
          </a:p>
          <a:p>
            <a:pPr>
              <a:defRPr sz="2200"/>
            </a:pPr>
            <a:r>
              <a:t>Customers without housing or personal loans were more likely to subscribe.</a:t>
            </a:r>
          </a:p>
          <a:p>
            <a:pPr>
              <a:defRPr sz="2200"/>
            </a:pPr>
            <a:r>
              <a:t>Cellular contact performed better than unknown contact types.</a:t>
            </a:r>
          </a:p>
          <a:p>
            <a:pPr>
              <a:defRPr sz="2200"/>
            </a:pPr>
            <a:r>
              <a:t>Longer call duration was strongly associated with subscription.</a:t>
            </a:r>
          </a:p>
          <a:p>
            <a:pPr>
              <a:defRPr sz="2200"/>
            </a:pPr>
            <a:r>
              <a:t>Too many repeated calls were linked to lower conversion.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Term deposit subscription depends on customer profile, financial condition, campaign history, and communication strategy.</a:t>
            </a:r>
          </a:p>
          <a:p>
            <a:pPr>
              <a:defRPr sz="2200"/>
            </a:pPr>
            <a:r>
              <a:t>The bank should focus on targeted marketing rather than contacting all customers equally.</a:t>
            </a:r>
          </a:p>
          <a:p>
            <a:pPr>
              <a:defRPr sz="2200"/>
            </a:pPr>
            <a:r>
              <a:t>Using customer data can improve campaign efficiency, reduce unnecessary calls, and increase subscription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013AFE0-94D1-6154-68EE-34EACD1C2BD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67178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427E986-D0E3-B479-07A8-1A140808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/>
          </a:bodyPr>
          <a:lstStyle/>
          <a:p>
            <a:r>
              <a:rPr lang="en-IN" sz="8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B659-5FD6-3EF8-EACE-760D64B8E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8800" dirty="0"/>
              <a:t>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3733543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274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Office Theme</vt:lpstr>
      <vt:lpstr>think-cell Slide</vt:lpstr>
      <vt:lpstr>Bank Marketing Campaign Analysis</vt:lpstr>
      <vt:lpstr>Objective</vt:lpstr>
      <vt:lpstr>Dataset Overview</vt:lpstr>
      <vt:lpstr>Key EDA Findings</vt:lpstr>
      <vt:lpstr>Factors Related to Subscription</vt:lpstr>
      <vt:lpstr>Conclusion</vt:lpstr>
      <vt:lpstr>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Sneha_03</dc:creator>
  <cp:keywords/>
  <dc:description>generated using python-pptx</dc:description>
  <cp:lastModifiedBy>Sneha vishwa</cp:lastModifiedBy>
  <cp:revision>3</cp:revision>
  <dcterms:created xsi:type="dcterms:W3CDTF">2013-01-27T09:14:16Z</dcterms:created>
  <dcterms:modified xsi:type="dcterms:W3CDTF">2026-04-03T11:27:33Z</dcterms:modified>
  <cp:category/>
</cp:coreProperties>
</file>