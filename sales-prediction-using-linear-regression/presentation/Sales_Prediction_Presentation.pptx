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C9F5F7F-87EF-A0FA-4E4F-288F8EFAF7B7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221245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95" imgH="394" progId="TCLayout.ActiveDocument.1">
                  <p:embed/>
                </p:oleObj>
              </mc:Choice>
              <mc:Fallback>
                <p:oleObj name="think-cell Slide" r:id="rId1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Sales Prediction Using Advertising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 </a:t>
            </a:r>
            <a:r>
              <a:rPr dirty="0"/>
              <a:t>Project Presentation</a:t>
            </a:r>
            <a:r>
              <a:rPr lang="en-US" dirty="0"/>
              <a:t> </a:t>
            </a:r>
          </a:p>
          <a:p>
            <a:r>
              <a:rPr dirty="0"/>
              <a:t>Using Linear Regression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Objective: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dirty="0"/>
              <a:t>Predict sales based on advertising expenditure across multiple media channels.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Features:</a:t>
            </a:r>
          </a:p>
          <a:p>
            <a:pPr marL="0" indent="0">
              <a:buNone/>
            </a:pPr>
            <a:r>
              <a:rPr dirty="0"/>
              <a:t>• TV Advertising</a:t>
            </a:r>
          </a:p>
          <a:p>
            <a:pPr marL="0" indent="0">
              <a:buNone/>
            </a:pPr>
            <a:r>
              <a:rPr dirty="0"/>
              <a:t>• Radio Advertising</a:t>
            </a:r>
          </a:p>
          <a:p>
            <a:pPr marL="0" indent="0">
              <a:buNone/>
            </a:pPr>
            <a:r>
              <a:rPr dirty="0"/>
              <a:t>• Newspaper Advertising</a:t>
            </a:r>
          </a:p>
          <a:p>
            <a:pPr marL="0" indent="0">
              <a:buNone/>
            </a:pPr>
            <a:r>
              <a:rPr dirty="0"/>
              <a:t>Target:</a:t>
            </a:r>
          </a:p>
          <a:p>
            <a:pPr marL="0" indent="0">
              <a:buNone/>
            </a:pPr>
            <a:r>
              <a:rPr dirty="0"/>
              <a:t>•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Average TV Spend: 147.04</a:t>
            </a:r>
          </a:p>
          <a:p>
            <a:r>
              <a:rPr dirty="0"/>
              <a:t>Radio</a:t>
            </a:r>
            <a:r>
              <a:rPr lang="en-US" dirty="0"/>
              <a:t>-</a:t>
            </a:r>
            <a:r>
              <a:rPr dirty="0"/>
              <a:t>Sales Correlation: 0.35</a:t>
            </a:r>
          </a:p>
          <a:p>
            <a:r>
              <a:rPr dirty="0"/>
              <a:t>TV</a:t>
            </a:r>
            <a:r>
              <a:rPr lang="en-US" dirty="0"/>
              <a:t>-</a:t>
            </a:r>
            <a:r>
              <a:rPr dirty="0"/>
              <a:t>Sales Correlation: 0.90</a:t>
            </a:r>
            <a:endParaRPr lang="en-US" dirty="0"/>
          </a:p>
          <a:p>
            <a:r>
              <a:rPr lang="en-IN" dirty="0"/>
              <a:t>Newspaper-Sales Correlation: 0.16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Technique Used:</a:t>
            </a:r>
          </a:p>
          <a:p>
            <a:pPr marL="0" indent="0">
              <a:buNone/>
            </a:pPr>
            <a:r>
              <a:rPr dirty="0"/>
              <a:t>• Linear Regression</a:t>
            </a:r>
          </a:p>
          <a:p>
            <a:pPr marL="0" indent="0">
              <a:buNone/>
            </a:pPr>
            <a:r>
              <a:rPr dirty="0"/>
              <a:t>• Train-Test Split: 80%-20%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F1EF99B-892B-D94E-9FA6-F8172EB9A2D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3314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/>
          </a:bodyPr>
          <a:lstStyle/>
          <a:p>
            <a:r>
              <a:rPr lang="en-US" dirty="0"/>
              <a:t>How are sales predicted?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03771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Sales are predicted using the trained linear regression model by substituting the new advertising values into the model’s learned equation. The model has the form:</a:t>
            </a:r>
          </a:p>
          <a:p>
            <a:r>
              <a:rPr lang="en-US" dirty="0"/>
              <a:t>Sales = b₀ + b₁(TV) + b₂(Radio) + b₃(Newspaper)</a:t>
            </a:r>
          </a:p>
          <a:p>
            <a:pPr marL="0" indent="0">
              <a:buNone/>
            </a:pPr>
            <a:r>
              <a:rPr lang="en-US" dirty="0"/>
              <a:t>where b₀ is the intercept and b₁, b₂, b₃ are coefficients learned during training. By inputting TV = 200, Radio = 40, and Newspaper = 50 into this equation, the model calculates the predicted sales value. In practice, this is done using the model’s predict() function.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Mean Squared Error (MSE): 2.41</a:t>
            </a:r>
          </a:p>
          <a:p>
            <a:r>
              <a:rPr dirty="0"/>
              <a:t>Lower MSE indicates better prediction ac</a:t>
            </a:r>
            <a:r>
              <a:rPr lang="en-US" dirty="0"/>
              <a:t>curacy.</a:t>
            </a:r>
          </a:p>
          <a:p>
            <a:r>
              <a:rPr lang="en-US" dirty="0"/>
              <a:t>The MSE values before and after normalization are almost identical, indicating that normalization does not significantly affect the performance of the linear regression model.</a:t>
            </a:r>
          </a:p>
          <a:p>
            <a:r>
              <a:rPr lang="en-US" dirty="0"/>
              <a:t>This is because linear regression depends on the relationship between variables rather than their scale.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2AA9D72-7DAE-A299-74F9-4405100326B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6413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dirty="0"/>
              <a:t>Key Findings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TV advertising has the strongest influence on sales</a:t>
            </a:r>
          </a:p>
          <a:p>
            <a:pPr marL="0" indent="0">
              <a:buNone/>
            </a:pPr>
            <a:r>
              <a:rPr lang="en-US" dirty="0"/>
              <a:t>• Including all variables improves prediction accuracy</a:t>
            </a:r>
          </a:p>
          <a:p>
            <a:pPr marL="0" indent="0">
              <a:buNone/>
            </a:pPr>
            <a:r>
              <a:rPr lang="en-US" dirty="0"/>
              <a:t>• Removing TV increases prediction error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Budget planning</a:t>
            </a:r>
          </a:p>
          <a:p>
            <a:pPr marL="0" indent="0">
              <a:buNone/>
            </a:pPr>
            <a:r>
              <a:rPr dirty="0"/>
              <a:t>• Marketing strategy optimization</a:t>
            </a:r>
          </a:p>
          <a:p>
            <a:pPr marL="0" indent="0">
              <a:buNone/>
            </a:pPr>
            <a:r>
              <a:rPr dirty="0"/>
              <a:t>• Sales forecasting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34F2F96-C37E-6DB1-28DE-FE3F21CF60A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0464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Linear regression provides an effective method</a:t>
            </a:r>
            <a:r>
              <a:rPr lang="en-US" dirty="0"/>
              <a:t> </a:t>
            </a:r>
            <a:r>
              <a:rPr dirty="0"/>
              <a:t>for predicting sales using advertising data.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304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Office Theme</vt:lpstr>
      <vt:lpstr>think-cell Slide</vt:lpstr>
      <vt:lpstr>Sales Prediction Using Advertising Data</vt:lpstr>
      <vt:lpstr>Introduction</vt:lpstr>
      <vt:lpstr>Dataset Description</vt:lpstr>
      <vt:lpstr>Data Insights</vt:lpstr>
      <vt:lpstr>Model Building</vt:lpstr>
      <vt:lpstr>How are sales predicted?</vt:lpstr>
      <vt:lpstr>Model Performance</vt:lpstr>
      <vt:lpstr>Key Findings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Sneha_03</dc:creator>
  <cp:keywords/>
  <dc:description>generated using python-pptx</dc:description>
  <cp:lastModifiedBy>Sneha vishwa</cp:lastModifiedBy>
  <cp:revision>2</cp:revision>
  <dcterms:created xsi:type="dcterms:W3CDTF">2013-01-27T09:14:16Z</dcterms:created>
  <dcterms:modified xsi:type="dcterms:W3CDTF">2026-04-22T11:45:46Z</dcterms:modified>
  <cp:category/>
</cp:coreProperties>
</file>